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313" r:id="rId2"/>
    <p:sldId id="259" r:id="rId3"/>
    <p:sldId id="286" r:id="rId4"/>
    <p:sldId id="287" r:id="rId5"/>
    <p:sldId id="299" r:id="rId6"/>
    <p:sldId id="262" r:id="rId7"/>
    <p:sldId id="295" r:id="rId8"/>
    <p:sldId id="296" r:id="rId9"/>
    <p:sldId id="294" r:id="rId10"/>
    <p:sldId id="289" r:id="rId11"/>
    <p:sldId id="297" r:id="rId12"/>
    <p:sldId id="288" r:id="rId13"/>
    <p:sldId id="290" r:id="rId14"/>
    <p:sldId id="298" r:id="rId15"/>
    <p:sldId id="271" r:id="rId16"/>
    <p:sldId id="291" r:id="rId17"/>
    <p:sldId id="300" r:id="rId18"/>
    <p:sldId id="269" r:id="rId19"/>
    <p:sldId id="292" r:id="rId20"/>
    <p:sldId id="301" r:id="rId21"/>
    <p:sldId id="302" r:id="rId22"/>
    <p:sldId id="267" r:id="rId23"/>
    <p:sldId id="303" r:id="rId24"/>
    <p:sldId id="305" r:id="rId25"/>
    <p:sldId id="304" r:id="rId26"/>
    <p:sldId id="264" r:id="rId27"/>
    <p:sldId id="306" r:id="rId28"/>
    <p:sldId id="272" r:id="rId29"/>
    <p:sldId id="307" r:id="rId30"/>
    <p:sldId id="274" r:id="rId31"/>
    <p:sldId id="308" r:id="rId32"/>
    <p:sldId id="276" r:id="rId33"/>
    <p:sldId id="278" r:id="rId34"/>
    <p:sldId id="280" r:id="rId35"/>
    <p:sldId id="309" r:id="rId36"/>
    <p:sldId id="282" r:id="rId37"/>
    <p:sldId id="310" r:id="rId38"/>
    <p:sldId id="312" r:id="rId39"/>
    <p:sldId id="284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2C2C"/>
    <a:srgbClr val="FFF1E5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294" autoAdjust="0"/>
    <p:restoredTop sz="94660"/>
  </p:normalViewPr>
  <p:slideViewPr>
    <p:cSldViewPr>
      <p:cViewPr>
        <p:scale>
          <a:sx n="75" d="100"/>
          <a:sy n="75" d="100"/>
        </p:scale>
        <p:origin x="-1680" y="-23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59260F-EC15-4465-B0BB-75462B1D38EB}" type="datetimeFigureOut">
              <a:rPr lang="en-US" smtClean="0"/>
              <a:pPr/>
              <a:t>11/14/2025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EB830A-4C2E-4359-ADC6-E20A39B16F79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610B-4F3F-4E34-97C6-8C363DD2314C}" type="datetimeFigureOut">
              <a:rPr lang="en-US" smtClean="0"/>
              <a:pPr/>
              <a:t>11/14/2025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222CA-4EB0-4AAB-A987-4576EA1CFE79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610B-4F3F-4E34-97C6-8C363DD2314C}" type="datetimeFigureOut">
              <a:rPr lang="en-US" smtClean="0"/>
              <a:pPr/>
              <a:t>11/14/2025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222CA-4EB0-4AAB-A987-4576EA1CFE79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610B-4F3F-4E34-97C6-8C363DD2314C}" type="datetimeFigureOut">
              <a:rPr lang="en-US" smtClean="0"/>
              <a:pPr/>
              <a:t>11/14/2025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222CA-4EB0-4AAB-A987-4576EA1CFE79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610B-4F3F-4E34-97C6-8C363DD2314C}" type="datetimeFigureOut">
              <a:rPr lang="en-US" smtClean="0"/>
              <a:pPr/>
              <a:t>11/14/2025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222CA-4EB0-4AAB-A987-4576EA1CFE79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610B-4F3F-4E34-97C6-8C363DD2314C}" type="datetimeFigureOut">
              <a:rPr lang="en-US" smtClean="0"/>
              <a:pPr/>
              <a:t>11/14/2025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222CA-4EB0-4AAB-A987-4576EA1CFE79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610B-4F3F-4E34-97C6-8C363DD2314C}" type="datetimeFigureOut">
              <a:rPr lang="en-US" smtClean="0"/>
              <a:pPr/>
              <a:t>11/14/2025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222CA-4EB0-4AAB-A987-4576EA1CFE79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610B-4F3F-4E34-97C6-8C363DD2314C}" type="datetimeFigureOut">
              <a:rPr lang="en-US" smtClean="0"/>
              <a:pPr/>
              <a:t>11/14/2025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222CA-4EB0-4AAB-A987-4576EA1CFE79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610B-4F3F-4E34-97C6-8C363DD2314C}" type="datetimeFigureOut">
              <a:rPr lang="en-US" smtClean="0"/>
              <a:pPr/>
              <a:t>11/14/2025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222CA-4EB0-4AAB-A987-4576EA1CFE79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610B-4F3F-4E34-97C6-8C363DD2314C}" type="datetimeFigureOut">
              <a:rPr lang="en-US" smtClean="0"/>
              <a:pPr/>
              <a:t>11/14/2025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222CA-4EB0-4AAB-A987-4576EA1CFE79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610B-4F3F-4E34-97C6-8C363DD2314C}" type="datetimeFigureOut">
              <a:rPr lang="en-US" smtClean="0"/>
              <a:pPr/>
              <a:t>11/14/2025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222CA-4EB0-4AAB-A987-4576EA1CFE79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610B-4F3F-4E34-97C6-8C363DD2314C}" type="datetimeFigureOut">
              <a:rPr lang="en-US" smtClean="0"/>
              <a:pPr/>
              <a:t>11/14/2025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222CA-4EB0-4AAB-A987-4576EA1CFE79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E610B-4F3F-4E34-97C6-8C363DD2314C}" type="datetimeFigureOut">
              <a:rPr lang="en-US" smtClean="0"/>
              <a:pPr/>
              <a:t>11/14/2025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4222CA-4EB0-4AAB-A987-4576EA1CFE79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14414" y="2285992"/>
            <a:ext cx="664373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NETFLIX DASHBOARD</a:t>
            </a:r>
            <a:endParaRPr lang="en-IN" sz="6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2428868"/>
            <a:ext cx="907504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Go to "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File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" Menu and then click on "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Open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".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Choose the data source type (e.g., Excel, CSV, text file) and Select the data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file and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click "Open".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Drag any table into working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area.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1538" y="714356"/>
            <a:ext cx="64386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CREATING A WORKSHEET</a:t>
            </a:r>
            <a:endParaRPr lang="en-IN" sz="4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netflix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9448"/>
            <a:ext cx="9144000" cy="46791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2357430"/>
            <a:ext cx="9144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From the "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Data Source pane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", drag and drop the Date Added to the 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Columns shelf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 and Show ID to the 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Rows shelf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Drag and drop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Type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 Color field and Label field. 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Click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Area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 the drop down box.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Select the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Format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option. Go to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Sheet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and select Worksheet color.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Name the Sheet as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Total Movies &amp; TV Shows by year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428604"/>
            <a:ext cx="9144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SHEET:</a:t>
            </a:r>
          </a:p>
          <a:p>
            <a:pPr algn="ctr"/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TOTAL MOVIES &amp; TV SHOWS BY YEAR</a:t>
            </a:r>
            <a:endParaRPr lang="en-IN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4-01-07 2322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2631"/>
            <a:ext cx="9144000" cy="47527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etflix 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019"/>
            <a:ext cx="9144000" cy="47259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shot 2024-01-07 2314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9366"/>
            <a:ext cx="9144000" cy="47192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4-01-07 231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2631"/>
            <a:ext cx="9144000" cy="47527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flix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6101"/>
            <a:ext cx="9144000" cy="46857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2182363"/>
            <a:ext cx="9144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Open a new sheet.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Drag and drop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Country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in Detail field and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show ID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in Color field.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Name the sheet as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Total Movies &amp; TV Shows by country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57158" y="642918"/>
            <a:ext cx="850112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SHEET:</a:t>
            </a:r>
          </a:p>
          <a:p>
            <a:pPr algn="ctr"/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TOTAL MOVIES &amp; TV SHOWS BY YEAR</a:t>
            </a:r>
            <a:endParaRPr lang="en-IN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shot 2024-01-07 2319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0938"/>
            <a:ext cx="9144000" cy="47361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etflix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9366"/>
            <a:ext cx="9144000" cy="47192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500306"/>
            <a:ext cx="9144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Drag and drop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Listed in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to rows field and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Show ID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to columns.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Drag and drop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Show ID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to Label field.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Name the sheet as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Top 10 Genres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Click on </a:t>
            </a:r>
            <a:r>
              <a:rPr lang="en-IN" sz="2800" dirty="0" err="1" smtClean="0">
                <a:latin typeface="Times New Roman" pitchFamily="18" charset="0"/>
                <a:cs typeface="Times New Roman" pitchFamily="18" charset="0"/>
              </a:rPr>
              <a:t>color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field and select a required </a:t>
            </a:r>
            <a:r>
              <a:rPr lang="en-IN" sz="2800" dirty="0" err="1" smtClean="0">
                <a:latin typeface="Times New Roman" pitchFamily="18" charset="0"/>
                <a:cs typeface="Times New Roman" pitchFamily="18" charset="0"/>
              </a:rPr>
              <a:t>color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Arial" pitchFamily="34" charset="0"/>
              <a:buChar char="•"/>
            </a:pP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85984" y="642918"/>
            <a:ext cx="428628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SHEET:</a:t>
            </a:r>
          </a:p>
          <a:p>
            <a:pPr algn="ctr"/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TOP 10 GENRES</a:t>
            </a:r>
            <a:endParaRPr lang="en-IN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4-01-07 2321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2713"/>
            <a:ext cx="9144000" cy="47125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flix 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9366"/>
            <a:ext cx="9144000" cy="47192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2357430"/>
            <a:ext cx="9144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Drag and drop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Type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to Color and Label field.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Drag and drop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Show ID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to text and size label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Click on </a:t>
            </a:r>
            <a:r>
              <a:rPr lang="en-IN" sz="2800" dirty="0" err="1" smtClean="0">
                <a:latin typeface="Times New Roman" pitchFamily="18" charset="0"/>
                <a:cs typeface="Times New Roman" pitchFamily="18" charset="0"/>
              </a:rPr>
              <a:t>color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field and click on Edit </a:t>
            </a:r>
            <a:r>
              <a:rPr lang="en-IN" sz="2800" dirty="0" err="1" smtClean="0">
                <a:latin typeface="Times New Roman" pitchFamily="18" charset="0"/>
                <a:cs typeface="Times New Roman" pitchFamily="18" charset="0"/>
              </a:rPr>
              <a:t>colors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Select a data item and choose the required </a:t>
            </a:r>
            <a:r>
              <a:rPr lang="en-IN" sz="2800" dirty="0" err="1" smtClean="0">
                <a:latin typeface="Times New Roman" pitchFamily="18" charset="0"/>
                <a:cs typeface="Times New Roman" pitchFamily="18" charset="0"/>
              </a:rPr>
              <a:t>color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Name the sheet as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Movies &amp; TV Shows Distribution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5720" y="500042"/>
            <a:ext cx="81439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SHEET:</a:t>
            </a:r>
          </a:p>
          <a:p>
            <a:pPr algn="ctr"/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MOVIES &amp; TV SHOWS DISTRIBUTION</a:t>
            </a:r>
            <a:endParaRPr lang="en-IN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shot 2024-01-07 2323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6060"/>
            <a:ext cx="9144000" cy="4705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flix 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9448"/>
            <a:ext cx="9144000" cy="46791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2428868"/>
            <a:ext cx="9144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Drag and drop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Show ID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to rows field and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Rating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to columns.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Drag and drop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Show ID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to Label field.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Click on </a:t>
            </a:r>
            <a:r>
              <a:rPr lang="en-IN" sz="2800" dirty="0" err="1" smtClean="0">
                <a:latin typeface="Times New Roman" pitchFamily="18" charset="0"/>
                <a:cs typeface="Times New Roman" pitchFamily="18" charset="0"/>
              </a:rPr>
              <a:t>color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field and select a required </a:t>
            </a:r>
            <a:r>
              <a:rPr lang="en-IN" sz="2800" dirty="0" err="1" smtClean="0">
                <a:latin typeface="Times New Roman" pitchFamily="18" charset="0"/>
                <a:cs typeface="Times New Roman" pitchFamily="18" charset="0"/>
              </a:rPr>
              <a:t>color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Arrange the bar chart in ascending or descending order.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Name the sheet as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Ratings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14612" y="642918"/>
            <a:ext cx="292105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SHEET:</a:t>
            </a:r>
          </a:p>
          <a:p>
            <a:pPr algn="ctr"/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RATINGS</a:t>
            </a:r>
            <a:endParaRPr lang="en-IN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shot 2024-01-07 2326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2672"/>
            <a:ext cx="9144000" cy="47326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4-01-07 2327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2713"/>
            <a:ext cx="9144000" cy="47125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flix 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9407"/>
            <a:ext cx="9144000" cy="46991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785926"/>
            <a:ext cx="9144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Drag and drop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Type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filter field.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Select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Movies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Drag and drop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Title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to filter field.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Select a movie title.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Drag and drop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Description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label field.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Name the sheet as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Description.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2800" dirty="0"/>
          </a:p>
        </p:txBody>
      </p:sp>
      <p:sp>
        <p:nvSpPr>
          <p:cNvPr id="5" name="Rectangle 4"/>
          <p:cNvSpPr/>
          <p:nvPr/>
        </p:nvSpPr>
        <p:spPr>
          <a:xfrm>
            <a:off x="2643174" y="500042"/>
            <a:ext cx="373162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SHEET:</a:t>
            </a:r>
          </a:p>
          <a:p>
            <a:pPr algn="ctr"/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DESCRIPTION</a:t>
            </a:r>
            <a:endParaRPr lang="en-IN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4-01-07 233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2631"/>
            <a:ext cx="9144000" cy="47527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4-01-07 2335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2672"/>
            <a:ext cx="9144000" cy="47326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flix 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5978"/>
            <a:ext cx="9144000" cy="47460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1928802"/>
            <a:ext cx="9144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Drag and drop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Type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filter field.</a:t>
            </a: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Select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Movies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Drag and drop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Title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to filter field.</a:t>
            </a: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Select a movie title.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Drag and drop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Date Added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label field.</a:t>
            </a: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Name the sheet as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Date Added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71736" y="714356"/>
            <a:ext cx="392909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SHEET:</a:t>
            </a:r>
          </a:p>
          <a:p>
            <a:pPr algn="ctr"/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DATE ADDED</a:t>
            </a:r>
            <a:endParaRPr lang="en-IN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flix 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2754"/>
            <a:ext cx="9144000" cy="46924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928802"/>
            <a:ext cx="9144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Drag and drop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Type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filter field.</a:t>
            </a: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Select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Movies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Drag and drop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Title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to filter field.</a:t>
            </a: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Select a movie title.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Drag and drop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Duration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label field.</a:t>
            </a: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Name the sheet as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Duration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928926" y="500042"/>
            <a:ext cx="335758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SHEET:</a:t>
            </a:r>
          </a:p>
          <a:p>
            <a:pPr algn="ctr"/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DURATION</a:t>
            </a:r>
            <a:endParaRPr lang="en-IN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flix 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9448"/>
            <a:ext cx="9144000" cy="46791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857364"/>
            <a:ext cx="9144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Drag and drop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Type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filter field.</a:t>
            </a: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Select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Movies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Drag and drop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Title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to filter field.</a:t>
            </a: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Select a movie title.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Drag and drop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Rating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label field.</a:t>
            </a: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Name the sheet as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Rating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357554" y="642918"/>
            <a:ext cx="242889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SHEET:</a:t>
            </a:r>
          </a:p>
          <a:p>
            <a:pPr algn="ctr"/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RATING</a:t>
            </a:r>
            <a:endParaRPr lang="en-IN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flix 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9448"/>
            <a:ext cx="9144000" cy="46791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143116"/>
            <a:ext cx="9144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Drag and drop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Type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filter field.</a:t>
            </a: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Select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Movies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Drag and drop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Title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to filter field.</a:t>
            </a: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Select a movie title.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Drag and drop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Release Year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label field.</a:t>
            </a: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Name the sheet as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Release Year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71670" y="714356"/>
            <a:ext cx="4572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SHEET:</a:t>
            </a:r>
          </a:p>
          <a:p>
            <a:pPr algn="ctr"/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RELEASE YEAR</a:t>
            </a:r>
            <a:endParaRPr lang="en-IN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flix 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9366"/>
            <a:ext cx="9144000" cy="47192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071678"/>
            <a:ext cx="9144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Drag and drop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Type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filter field.</a:t>
            </a: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Select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Movies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Drag and drop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Title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to filter field.</a:t>
            </a: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Select a movie title.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Drag and drop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Listed in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label field.</a:t>
            </a: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Name the sheet as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Genre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57488" y="714357"/>
            <a:ext cx="328614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SHEET:</a:t>
            </a:r>
          </a:p>
          <a:p>
            <a:pPr algn="ctr"/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GENRE</a:t>
            </a:r>
            <a:endParaRPr lang="en-IN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flix 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9448"/>
            <a:ext cx="9144000" cy="46791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143116"/>
            <a:ext cx="9144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Create a new Dashboard.</a:t>
            </a:r>
          </a:p>
          <a:p>
            <a:pPr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From the Sheets section select and drag the required sheets.</a:t>
            </a:r>
          </a:p>
          <a:p>
            <a:pPr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Align the sheets in the dashboard accordingly.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Name the Dashboard as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Netflix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86050" y="571480"/>
            <a:ext cx="2956257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DASHBOARD: </a:t>
            </a:r>
          </a:p>
          <a:p>
            <a:pPr algn="ctr"/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NETFLIX </a:t>
            </a:r>
            <a:endParaRPr lang="en-IN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4-01-08 0001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2713"/>
            <a:ext cx="9144000" cy="47125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etfl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7135"/>
            <a:ext cx="9144000" cy="39837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195</TotalTime>
  <Words>552</Words>
  <Application>Microsoft Office PowerPoint</Application>
  <PresentationFormat>On-screen Show (4:3)</PresentationFormat>
  <Paragraphs>96</Paragraphs>
  <Slides>39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Huhtamaki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veda sri</cp:lastModifiedBy>
  <cp:revision>22</cp:revision>
  <dcterms:created xsi:type="dcterms:W3CDTF">2024-01-07T16:06:28Z</dcterms:created>
  <dcterms:modified xsi:type="dcterms:W3CDTF">2025-11-14T15:20:07Z</dcterms:modified>
</cp:coreProperties>
</file>